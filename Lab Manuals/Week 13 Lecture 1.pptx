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Raleway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702AF3-A85C-4E9B-9074-84605BF6862A}">
  <a:tblStyle styleId="{6C702AF3-A85C-4E9B-9074-84605BF686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aleway-regular.fntdata"/><Relationship Id="rId47" Type="http://schemas.openxmlformats.org/officeDocument/2006/relationships/slide" Target="slides/slide41.xml"/><Relationship Id="rId49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aleway-boldItalic.fntdata"/><Relationship Id="rId50" Type="http://schemas.openxmlformats.org/officeDocument/2006/relationships/font" Target="fonts/Raleway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e9552c6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e9552c6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0e9552c6ae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0e9552c6ae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0e9552c6ae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0e9552c6ae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e9552c6a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e9552c6a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e9552c6a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e9552c6a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0e9552c6a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0e9552c6a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e9552c6a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0e9552c6a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e9552c6a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e9552c6a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e9552c6a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0e9552c6a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e9552c6a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0e9552c6a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0e9552c6a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0e9552c6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0e9552c6a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0e9552c6a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e9552c6a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0e9552c6a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0e9552c6a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0e9552c6a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e9552c6a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0e9552c6a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0e9552c6a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0e9552c6a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e9552c6a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0e9552c6a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0e9552c6a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0e9552c6a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0e9552c6ae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0e9552c6a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0e9552c6a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0e9552c6a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0e9552c6ae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0e9552c6ae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0e9552c6ae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0e9552c6a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0e9552c6a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0e9552c6a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0e9552c6a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0e9552c6a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0e9552c6ae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0e9552c6a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0e9552c6ae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0e9552c6ae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0e9552c6ae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0e9552c6ae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0e9552c6ae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0e9552c6a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0e9552c6ae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0e9552c6ae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0e9552c6a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0e9552c6a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0e9552c6ae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0e9552c6ae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0e9552c6ae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0e9552c6ae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0e9552c6ae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0e9552c6ae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0e9552c6ae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0e9552c6ae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0e9552c6ae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0e9552c6ae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0e9552c6ae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0e9552c6ae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0e9552c6ae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0e9552c6ae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0e9552c6ae_0_3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20e9552c6ae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0e9552c6ae_0_3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20e9552c6a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0e9552c6ae_0_3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20e9552c6ae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0e9552c6ae_0_3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20e9552c6ae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04550" y="1939475"/>
            <a:ext cx="6331500" cy="85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 Handling</a:t>
            </a:r>
            <a:endParaRPr b="1" sz="45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7825" y="1039140"/>
            <a:ext cx="1549400" cy="41043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 flipH="1" rot="10800000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950" y="1040975"/>
            <a:ext cx="1421136" cy="41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A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 flipH="1" rot="10800000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329" y="1643932"/>
            <a:ext cx="7989900" cy="14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A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 flipH="1" rot="10800000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777" y="1434311"/>
            <a:ext cx="7989900" cy="2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can conclude that every program performs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3 basic operations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AutoNum type="arabicPeriod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Takes data as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AutoNum type="arabicPeriod"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Performs computations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based on the input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AutoNum type="arabicPeriod"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Displays/Stores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result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7" name="Google Shape;87;p1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75500" y="945450"/>
            <a:ext cx="55452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Program that takes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Distance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(in kilometers) travelled by a car 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(hours) and calculates its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Speed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(kilometer/hour).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5601525" y="1066025"/>
            <a:ext cx="3324000" cy="32535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distance: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time: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speed = distance /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"Speed is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7" name="Google Shape;97;p1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75500" y="945450"/>
            <a:ext cx="55452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Program that takes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Distance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(in kilometers) travelled by a car 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(hours) and calculates its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Speed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(kilometer/hour).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601525" y="1066025"/>
            <a:ext cx="3324000" cy="32535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distance: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time: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speed = distance /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"Speed is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046350" y="28850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5046350" y="33422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3545575" y="2957875"/>
            <a:ext cx="118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</a:t>
            </a:r>
            <a:endParaRPr b="1" sz="21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10" name="Google Shape;110;p1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75500" y="945450"/>
            <a:ext cx="55452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Program that takes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Distance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(in kilometers) travelled by a car 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(hours) and calculates its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Speed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(kilometer/hour).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601525" y="1066025"/>
            <a:ext cx="3324000" cy="32535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distance: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time: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speed = distance /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"Speed is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5046350" y="35708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2919025" y="3415075"/>
            <a:ext cx="180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Computation</a:t>
            </a:r>
            <a:endParaRPr b="1" sz="21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22" name="Google Shape;122;p2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2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375500" y="945450"/>
            <a:ext cx="55452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Program that takes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Distance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(in kilometers) travelled by a car 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(hours) and calculates its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Speed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(kilometer/hour).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5601525" y="1066025"/>
            <a:ext cx="3324000" cy="32535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distance: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time: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speed = distance /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"Speed is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5046350" y="37232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2919025" y="3567475"/>
            <a:ext cx="180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21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Stream: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34" name="Google Shape;134;p2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75500" y="945450"/>
            <a:ext cx="55452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programming languages,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outputs 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are nothing but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sequence of bytes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called the Stream.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5601525" y="1066025"/>
            <a:ext cx="3324000" cy="32535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distance: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time: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speed = distance /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"Speed is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5046350" y="37232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2919025" y="3567475"/>
            <a:ext cx="180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21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5046350" y="28850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5046350" y="33422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3012175" y="2957875"/>
            <a:ext cx="118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</a:t>
            </a:r>
            <a:endParaRPr b="1" sz="21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Stream: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375500" y="945450"/>
            <a:ext cx="52260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Stream refers to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flow of</a:t>
            </a:r>
            <a:b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any device to RAM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from RAM to the device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5601525" y="1066025"/>
            <a:ext cx="3324000" cy="32535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distance: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distance;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time: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cin &gt;&gt;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speed = distance / time;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"Speed is 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speed;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5046350" y="37232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2919025" y="3567475"/>
            <a:ext cx="180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21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5046350" y="28850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5046350" y="3342225"/>
            <a:ext cx="8745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3012175" y="2957875"/>
            <a:ext cx="118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</a:t>
            </a:r>
            <a:endParaRPr b="1" sz="21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Stream: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Stream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64" name="Google Shape;164;p2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375500" y="945450"/>
            <a:ext cx="83865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flow of data from input device to memory is called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InStream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937" y="3024700"/>
            <a:ext cx="2597451" cy="96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/>
          <p:nvPr/>
        </p:nvSpPr>
        <p:spPr>
          <a:xfrm>
            <a:off x="5651613" y="2917000"/>
            <a:ext cx="860400" cy="1085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5696306" y="2957021"/>
            <a:ext cx="770700" cy="303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/>
          <p:nvPr/>
        </p:nvSpPr>
        <p:spPr>
          <a:xfrm>
            <a:off x="5696306" y="3298139"/>
            <a:ext cx="770700" cy="303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5696306" y="3639256"/>
            <a:ext cx="770700" cy="303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6506963" y="2917000"/>
            <a:ext cx="1007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10A0X2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6506963" y="3255975"/>
            <a:ext cx="953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F100A3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6506963" y="3599225"/>
            <a:ext cx="953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1D00X4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5651613" y="4001204"/>
            <a:ext cx="860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15A12"/>
                </a:solidFill>
                <a:latin typeface="Raleway"/>
                <a:ea typeface="Raleway"/>
                <a:cs typeface="Raleway"/>
                <a:sym typeface="Raleway"/>
              </a:rPr>
              <a:t>Memory</a:t>
            </a:r>
            <a:endParaRPr b="1" sz="1300">
              <a:solidFill>
                <a:srgbClr val="D15A1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4538313" y="3257150"/>
            <a:ext cx="953100" cy="3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1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Stream: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 Stream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83" name="Google Shape;183;p2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375500" y="945450"/>
            <a:ext cx="83865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flow of data from memory to output device is called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OutStream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550" y="2596098"/>
            <a:ext cx="1923624" cy="167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/>
          <p:nvPr/>
        </p:nvSpPr>
        <p:spPr>
          <a:xfrm>
            <a:off x="2128488" y="2740788"/>
            <a:ext cx="860400" cy="1085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2173181" y="2780808"/>
            <a:ext cx="770700" cy="303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2173181" y="3121926"/>
            <a:ext cx="770700" cy="303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2173181" y="3463044"/>
            <a:ext cx="770700" cy="303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 txBox="1"/>
          <p:nvPr/>
        </p:nvSpPr>
        <p:spPr>
          <a:xfrm>
            <a:off x="2983838" y="2740788"/>
            <a:ext cx="1007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10A0X2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2983838" y="3079763"/>
            <a:ext cx="953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F100A3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2983838" y="3423013"/>
            <a:ext cx="953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1D00X4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2128488" y="3748792"/>
            <a:ext cx="860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15A12"/>
                </a:solidFill>
                <a:latin typeface="Raleway"/>
                <a:ea typeface="Raleway"/>
                <a:cs typeface="Raleway"/>
                <a:sym typeface="Raleway"/>
              </a:rPr>
              <a:t>Memory</a:t>
            </a:r>
            <a:endParaRPr b="1" sz="1300">
              <a:solidFill>
                <a:srgbClr val="D15A1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3976888" y="3088050"/>
            <a:ext cx="953100" cy="3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1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Stream: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Input/Output Stream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02" name="Google Shape;202;p2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375500" y="945450"/>
            <a:ext cx="83865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we want to write on console or read from console, we have already used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IOSTREAM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library.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2221125" y="2668825"/>
            <a:ext cx="4224000" cy="6234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28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2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12" name="Google Shape;212;p2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375500" y="945450"/>
            <a:ext cx="8386500" cy="2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program that takes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 of students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the user and then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displays them on the console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Let's see the solution in terms of functions.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2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502075" y="45150"/>
            <a:ext cx="3993600" cy="48069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Function Prototype</a:t>
            </a:r>
            <a:endParaRPr b="1"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inputNames(string names[], int size, int &amp;namesIndex);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displayNames(string names[], int namesIndex);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onst 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size = 100;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string names[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int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namesIndex =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inputNames(names, size, namesIndex);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displayNames(names, namesIndex);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Function Definition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displayNames(string 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int namesIndex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"Names of the Students are:"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endl;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 = </a:t>
            </a:r>
            <a:r>
              <a:rPr b="1" lang="en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i &lt; namesIndex; i = i + 1)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cout &lt;&lt; names[i] &lt;&lt; endl;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4572000" y="47750"/>
            <a:ext cx="4546200" cy="36918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inputNames(string names[], int size, int &amp;namesIndex)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option;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namesIndex &lt; size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cout &lt;&lt;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the Name or Enter 'No' to Exit: "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cin &gt;&gt; option;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(option ==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"No"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|| option ==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"no"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b="1"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names[namesIndex] = option;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namesIndex = namesIndex + </a:t>
            </a:r>
            <a:r>
              <a:rPr b="1" lang="en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30" name="Google Shape;230;p2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375500" y="945450"/>
            <a:ext cx="8386500" cy="2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Do you see any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limitation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this program?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4" name="Google Shape;2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816950"/>
            <a:ext cx="4572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Input/Output Stream: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Limitation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40" name="Google Shape;240;p2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375500" y="945450"/>
            <a:ext cx="8386500" cy="3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Inputting data in a program from the keyboard is comfortable as long as the amount of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is very small.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Sending output to the screen works well if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amount of data is small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(no larger than the size of the screen) and you do not want to distribute the output in a printed format to others.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soon as the program terminates, the data in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memory (RAM) is deleted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Input/Output Stream: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Limitation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49" name="Google Shape;249;p3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3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375500" y="945450"/>
            <a:ext cx="83865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So, what is the solution?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3" name="Google Shape;2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663" y="1559050"/>
            <a:ext cx="3400675" cy="34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File Stream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59" name="Google Shape;259;p3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375500" y="945450"/>
            <a:ext cx="83865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we need to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store data permanently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we have to store it into the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files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if we need to write or read from the file, we need to do it through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FileStream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2460000" y="3096875"/>
            <a:ext cx="4224000" cy="6234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28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2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File Stream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69" name="Google Shape;269;p3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3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375500" y="945450"/>
            <a:ext cx="83865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have to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open the file 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the correct mode, before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reading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or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writing 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the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273" name="Google Shape;273;p32"/>
          <p:cNvGraphicFramePr/>
          <p:nvPr/>
        </p:nvGraphicFramePr>
        <p:xfrm>
          <a:off x="1814150" y="236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{6C702AF3-A85C-4E9B-9074-84605BF6862A}</a:tableStyleId>
              </a:tblPr>
              <a:tblGrid>
                <a:gridCol w="853175"/>
                <a:gridCol w="1556450"/>
                <a:gridCol w="3106075"/>
              </a:tblGrid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Sr. No.</a:t>
                      </a:r>
                      <a:endParaRPr b="1" sz="1800">
                        <a:solidFill>
                          <a:srgbClr val="FFFFFF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Open Mode</a:t>
                      </a:r>
                      <a:endParaRPr b="1" sz="1800">
                        <a:solidFill>
                          <a:srgbClr val="FFFFFF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Description</a:t>
                      </a:r>
                      <a:endParaRPr b="1" sz="1800">
                        <a:solidFill>
                          <a:srgbClr val="FFFFFF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>
                    <a:solidFill>
                      <a:srgbClr val="D15A1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ios::in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Open for reading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ios::out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Open for writing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ios::app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Append mode</a:t>
                      </a:r>
                      <a:endParaRPr b="1" sz="18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File Stream: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Writing in the File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79" name="Google Shape;279;p3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375500" y="945450"/>
            <a:ext cx="83865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Let’s say we want to write “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Welcome to UET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in a text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3" name="Google Shape;283;p33"/>
          <p:cNvSpPr txBox="1"/>
          <p:nvPr/>
        </p:nvSpPr>
        <p:spPr>
          <a:xfrm>
            <a:off x="1931400" y="1896150"/>
            <a:ext cx="5281200" cy="20694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File Stream: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Writing in the File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89" name="Google Shape;289;p3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3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375500" y="945450"/>
            <a:ext cx="83865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Writing in a file or Storing output in the file is a five-step process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Writing in the File: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5 Step Process</a:t>
            </a:r>
            <a:endParaRPr b="1" sz="2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98" name="Google Shape;298;p3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5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1: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Include the header file fstream in the program.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2" name="Google Shape;302;p35"/>
          <p:cNvSpPr txBox="1"/>
          <p:nvPr/>
        </p:nvSpPr>
        <p:spPr>
          <a:xfrm>
            <a:off x="1931400" y="1896150"/>
            <a:ext cx="5281200" cy="20694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5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940500" y="1970400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Writing in the File: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5 Step Process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09" name="Google Shape;309;p3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6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2: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Declare file stream variable to open the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1931400" y="1896150"/>
            <a:ext cx="5281200" cy="20694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5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36"/>
          <p:cNvSpPr/>
          <p:nvPr/>
        </p:nvSpPr>
        <p:spPr>
          <a:xfrm>
            <a:off x="1303575" y="3327425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Writing in the File: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5 Step Process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20" name="Google Shape;320;p3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7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3: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Associate the file stream variables with the text file and define the opening mode.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1931400" y="1972350"/>
            <a:ext cx="5281200" cy="23439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5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newFile.open("TextFile.txt", ios::out);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37"/>
          <p:cNvSpPr/>
          <p:nvPr/>
        </p:nvSpPr>
        <p:spPr>
          <a:xfrm>
            <a:off x="1303575" y="3573950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Writing in the File: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5 Step Process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31" name="Google Shape;331;p3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3: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Associate the file stream variables with the text file and define the opening mode.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5" name="Google Shape;335;p38"/>
          <p:cNvSpPr txBox="1"/>
          <p:nvPr/>
        </p:nvSpPr>
        <p:spPr>
          <a:xfrm>
            <a:off x="1931400" y="1896150"/>
            <a:ext cx="5281200" cy="23439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5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newFile.open("TextFile.txt", ios::out);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303575" y="3573950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8"/>
          <p:cNvSpPr/>
          <p:nvPr/>
        </p:nvSpPr>
        <p:spPr>
          <a:xfrm>
            <a:off x="5920600" y="3977825"/>
            <a:ext cx="291300" cy="699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8"/>
          <p:cNvSpPr txBox="1"/>
          <p:nvPr/>
        </p:nvSpPr>
        <p:spPr>
          <a:xfrm>
            <a:off x="7212600" y="2724750"/>
            <a:ext cx="1931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ios</a:t>
            </a:r>
            <a:r>
              <a:rPr b="1" lang="en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	Input Output Stream</a:t>
            </a:r>
            <a:br>
              <a:rPr b="1" lang="en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b="1" lang="en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::</a:t>
            </a:r>
            <a:r>
              <a:rPr b="1" lang="en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	Scope resolution operator which specifies the scope</a:t>
            </a:r>
            <a:endParaRPr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Writing in the File: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5 Step Process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44" name="Google Shape;344;p3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4: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Use the file stream variables insertion operator &lt;&lt; (to store in the file).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1931400" y="1896150"/>
            <a:ext cx="5281200" cy="26181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5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newFile.open("TextFile.txt", ios::out);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&lt;&lt; line;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p39"/>
          <p:cNvSpPr/>
          <p:nvPr/>
        </p:nvSpPr>
        <p:spPr>
          <a:xfrm>
            <a:off x="1303575" y="3875400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Writing in the File: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5 Step Process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55" name="Google Shape;355;p4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4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4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0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5: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Close the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9" name="Google Shape;359;p40"/>
          <p:cNvSpPr txBox="1"/>
          <p:nvPr/>
        </p:nvSpPr>
        <p:spPr>
          <a:xfrm>
            <a:off x="1931400" y="1896150"/>
            <a:ext cx="5281200" cy="28926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5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newFile.open("TextFile.txt", ios::out);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&lt;&lt; line;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40"/>
          <p:cNvSpPr/>
          <p:nvPr/>
        </p:nvSpPr>
        <p:spPr>
          <a:xfrm>
            <a:off x="1289025" y="4165625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Output: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Writing in the File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66" name="Google Shape;366;p4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we will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see anything on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Console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70" name="Google Shape;37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988" y="2207700"/>
            <a:ext cx="6680025" cy="18575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Output: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Writing in the File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76" name="Google Shape;376;p4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2"/>
          <p:cNvSpPr txBox="1"/>
          <p:nvPr/>
        </p:nvSpPr>
        <p:spPr>
          <a:xfrm>
            <a:off x="375500" y="945450"/>
            <a:ext cx="8371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we will </a:t>
            </a:r>
            <a:r>
              <a:rPr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</a:t>
            </a:r>
            <a:r>
              <a:rPr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see anything on the </a:t>
            </a:r>
            <a:r>
              <a:rPr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Console</a:t>
            </a:r>
            <a:r>
              <a:rPr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But the output is permanently stored in a text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80" name="Google Shape;3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50" y="2268250"/>
            <a:ext cx="54483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File in the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Same Directory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86" name="Google Shape;386;p4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4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Important thing to note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.txt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file will be created in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same directory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 that of our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.exe 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90" name="Google Shape;39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8"/>
            <a:ext cx="9144000" cy="115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Activity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96" name="Google Shape;396;p4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4"/>
          <p:cNvSpPr txBox="1"/>
          <p:nvPr/>
        </p:nvSpPr>
        <p:spPr>
          <a:xfrm>
            <a:off x="375500" y="945450"/>
            <a:ext cx="87684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program to input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five names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an array and then create a file named as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names.txt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store the values from the array in the text file.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Activity Skeleton Code: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05" name="Google Shape;405;p4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4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4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375500" y="945450"/>
            <a:ext cx="4690200" cy="37848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7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7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7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7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inputNames(</a:t>
            </a:r>
            <a:r>
              <a:rPr b="1" lang="en" sz="17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names[]</a:t>
            </a: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storeNames(</a:t>
            </a:r>
            <a:r>
              <a:rPr b="1" lang="en" sz="17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names[]</a:t>
            </a: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 () {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7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names[</a:t>
            </a:r>
            <a:r>
              <a:rPr b="1" lang="en" sz="17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" sz="17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inputNames(names);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storeNames(names);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7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Activity Solution: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14" name="Google Shape;414;p4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4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6"/>
          <p:cNvSpPr txBox="1"/>
          <p:nvPr/>
        </p:nvSpPr>
        <p:spPr>
          <a:xfrm>
            <a:off x="68250" y="935175"/>
            <a:ext cx="2316000" cy="37848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sz="13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inputNames(string names[]);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storeNames(string names[]);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main () {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names[</a:t>
            </a:r>
            <a:r>
              <a:rPr lang="en" sz="130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inputNames(names);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storeNames(names);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46"/>
          <p:cNvSpPr txBox="1"/>
          <p:nvPr/>
        </p:nvSpPr>
        <p:spPr>
          <a:xfrm>
            <a:off x="2384225" y="935175"/>
            <a:ext cx="3513900" cy="37848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inputNames(string names[])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idx=</a:t>
            </a:r>
            <a:r>
              <a:rPr b="1" lang="en" sz="15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;idx&lt;</a:t>
            </a:r>
            <a:r>
              <a:rPr b="1" lang="en" sz="15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;idx++)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cout&lt;&lt;</a:t>
            </a:r>
            <a:r>
              <a:rPr b="1"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Name:"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cin&gt;&gt;names[idx];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Activity Solution: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24" name="Google Shape;424;p4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4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4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7"/>
          <p:cNvSpPr txBox="1"/>
          <p:nvPr/>
        </p:nvSpPr>
        <p:spPr>
          <a:xfrm>
            <a:off x="5493250" y="943100"/>
            <a:ext cx="3431100" cy="37848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storeNames(string names[])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 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fstream file; file.open(</a:t>
            </a:r>
            <a:r>
              <a:rPr b="1"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"data.txt"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,ios::out);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idx=</a:t>
            </a:r>
            <a:r>
              <a:rPr b="1" lang="en" sz="15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;idx&lt;</a:t>
            </a:r>
            <a:r>
              <a:rPr b="1" lang="en" sz="15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;idx++)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file &lt;&lt; names[idx];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file &lt;&lt; </a:t>
            </a:r>
            <a:r>
              <a:rPr b="1"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"\n"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file.close();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8" name="Google Shape;428;p47"/>
          <p:cNvSpPr txBox="1"/>
          <p:nvPr/>
        </p:nvSpPr>
        <p:spPr>
          <a:xfrm>
            <a:off x="68250" y="935175"/>
            <a:ext cx="2316000" cy="37848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sz="13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inputNames(string names[]);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storeNames(string names[]);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main () {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names[</a:t>
            </a:r>
            <a:r>
              <a:rPr lang="en" sz="130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inputNames(names);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storeNames(names);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47"/>
          <p:cNvSpPr txBox="1"/>
          <p:nvPr/>
        </p:nvSpPr>
        <p:spPr>
          <a:xfrm>
            <a:off x="2384225" y="935175"/>
            <a:ext cx="3108900" cy="37848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inputNames(string names[])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idx=</a:t>
            </a:r>
            <a:r>
              <a:rPr lang="en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;idx&lt;</a:t>
            </a:r>
            <a:r>
              <a:rPr lang="en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;idx++)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cout&lt;&lt;</a:t>
            </a:r>
            <a:r>
              <a:rPr lang="en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Name:"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cin&gt;&gt;names[idx];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Learning Objective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35" name="Google Shape;435;p48"/>
          <p:cNvSpPr txBox="1"/>
          <p:nvPr>
            <p:ph idx="1" type="subTitle"/>
          </p:nvPr>
        </p:nvSpPr>
        <p:spPr>
          <a:xfrm>
            <a:off x="701875" y="1756725"/>
            <a:ext cx="6388800" cy="21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Understand</a:t>
            </a: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limitations of taking input and displaying on the </a:t>
            </a:r>
            <a:r>
              <a:rPr b="1" lang="en" sz="30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console</a:t>
            </a: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30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36" name="Google Shape;43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975" y="718825"/>
            <a:ext cx="1792300" cy="3885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4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4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Learning Objective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5" name="Google Shape;445;p49"/>
          <p:cNvSpPr txBox="1"/>
          <p:nvPr>
            <p:ph idx="1" type="subTitle"/>
          </p:nvPr>
        </p:nvSpPr>
        <p:spPr>
          <a:xfrm>
            <a:off x="701875" y="1756725"/>
            <a:ext cx="6388800" cy="21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</a:t>
            </a:r>
            <a:r>
              <a:rPr b="1" lang="en" sz="30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C++ Program </a:t>
            </a: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creates a </a:t>
            </a:r>
            <a:r>
              <a:rPr b="1" lang="en" sz="30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text file</a:t>
            </a: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 sz="30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store data</a:t>
            </a: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into the </a:t>
            </a:r>
            <a:r>
              <a:rPr b="1" lang="en" sz="30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permanent storage</a:t>
            </a: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30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46" name="Google Shape;4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975" y="718825"/>
            <a:ext cx="1792300" cy="3885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4" name="Google Shape;454;p5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5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5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0"/>
          <p:cNvSpPr txBox="1"/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 b="1" sz="36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8" name="Google Shape;458;p50"/>
          <p:cNvSpPr txBox="1"/>
          <p:nvPr/>
        </p:nvSpPr>
        <p:spPr>
          <a:xfrm>
            <a:off x="546475" y="948850"/>
            <a:ext cx="80034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limitations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using input and output streams are: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○"/>
            </a:pP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Inputting data 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a program from the keyboard is comfortable as long as the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amount of input is very small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○"/>
            </a:pP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Sending output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the screen works well if the amount of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is small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one does not want to distribute the output in a printed format to others.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○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soon as the program terminates, the data in the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memory (RAM) is deleted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9" name="Google Shape;45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425" y="2807949"/>
            <a:ext cx="1241600" cy="20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0" y="2939075"/>
            <a:ext cx="1157850" cy="19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5" name="Google Shape;465;p5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5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5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1"/>
          <p:cNvSpPr txBox="1"/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 b="1" sz="36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9" name="Google Shape;469;p51"/>
          <p:cNvSpPr txBox="1"/>
          <p:nvPr/>
        </p:nvSpPr>
        <p:spPr>
          <a:xfrm>
            <a:off x="546475" y="948850"/>
            <a:ext cx="80034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we need to store data permanently, we have to store it into the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files.</a:t>
            </a:r>
            <a:endParaRPr b="1" sz="19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if need to write or read from the file, we need to do it through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FileStream.</a:t>
            </a:r>
            <a:endParaRPr b="1" sz="19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70" name="Google Shape;47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425" y="2807949"/>
            <a:ext cx="1241600" cy="20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0" y="2939075"/>
            <a:ext cx="1157850" cy="19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Google Shape;476;p5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5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5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2"/>
          <p:cNvSpPr txBox="1"/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 b="1" sz="36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0" name="Google Shape;480;p52"/>
          <p:cNvSpPr txBox="1"/>
          <p:nvPr/>
        </p:nvSpPr>
        <p:spPr>
          <a:xfrm>
            <a:off x="543975" y="948850"/>
            <a:ext cx="79848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Storing output in the file is a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five-step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process: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Include the header file fstream in the program.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Declare file stream variables.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Associate the file stream variables with the text file and define the opening mode.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the file stream variables insertion operator &lt;&lt; (to store output in the file i.e., write in the file)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Close the file.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ctrTitle"/>
          </p:nvPr>
        </p:nvSpPr>
        <p:spPr>
          <a:xfrm>
            <a:off x="0" y="0"/>
            <a:ext cx="8229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86" name="Google Shape;486;p5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5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5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3"/>
          <p:cNvSpPr txBox="1"/>
          <p:nvPr/>
        </p:nvSpPr>
        <p:spPr>
          <a:xfrm>
            <a:off x="622675" y="1025050"/>
            <a:ext cx="6594600" cy="28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	Develop a Signup Application using File System.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a user, when I SignUp to the system the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username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password 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stores into the file.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90" name="Google Shape;49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76025" y="1503933"/>
            <a:ext cx="1747425" cy="3361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