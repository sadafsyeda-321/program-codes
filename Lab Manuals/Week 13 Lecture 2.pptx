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0e86b49b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0e86b49b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0e86b49b39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20e86b49b3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we adopt Project Based approach for learning programming, and divide our problem into small computational steps, and learn the related Syntax.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using this approach we can make our own Games, Websites and Mobile Apps easily.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0e86b49b3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0e86b49b3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0e86b49b39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20e86b49b3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we adopt Project Based approach for learning programming, and divide our problem into small computational steps, and learn the related Syntax.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using this approach we can make our own Games, Websites and Mobile Apps easily.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0e86b49b3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0e86b49b3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0e86b49b3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0e86b49b3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0e86b49b3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0e86b49b3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0e86b49b3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0e86b49b3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0e86b49b3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0e86b49b3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0e86b49b3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0e86b49b3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0e86b49b3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0e86b49b3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0e86b49b3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0e86b49b3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0e86b49b39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0e86b49b3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0e86b49b3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0e86b49b3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0e86b49b3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0e86b49b3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0e86b49b39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0e86b49b39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0e86b49b39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0e86b49b39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0e86b49b39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0e86b49b39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0e86b49b39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0e86b49b39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0e86b49b39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0e86b49b39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0e86b49b39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0e86b49b39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0e86b49b39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0e86b49b39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0e86b49b39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0e86b49b39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0e86b49b39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20e86b49b39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we adopt Project Based approach for learning programming, and divide our problem into small computational steps, and learn the related Syntax.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using this approach we can make our own Games, Websites and Mobile Apps easily.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0e86b49b39_0_2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20e86b49b39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we adopt Project Based approach for learning programming, and divide our problem into small computational steps, and learn the related Syntax.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using this approach we can make our own Games, Websites and Mobile Apps easily.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0e86b49b39_0_2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20e86b49b39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0e86b49b39_0_2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20e86b49b39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0e86b49b39_0_2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20e86b49b39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0e86b49b39_0_2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20e86b49b39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404550" y="1939475"/>
            <a:ext cx="6331500" cy="85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Reading from a File</a:t>
            </a:r>
            <a:endParaRPr b="1" sz="45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5" name="Google Shape;55;p13"/>
          <p:cNvSpPr/>
          <p:nvPr/>
        </p:nvSpPr>
        <p:spPr>
          <a:xfrm rot="10800000">
            <a:off x="8513292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7825" y="1039140"/>
            <a:ext cx="1549400" cy="410437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 flipH="1" rot="10800000">
            <a:off x="-8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550" y="1040975"/>
            <a:ext cx="1421136" cy="410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63;p1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4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0" y="0"/>
            <a:ext cx="91440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Revision: Writing in File</a:t>
            </a:r>
            <a:endParaRPr b="1" sz="36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43975" y="948850"/>
            <a:ext cx="7984800" cy="3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Storing output in the file is a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five-step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process: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Include the header file fstream in the program.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Declare file stream variables.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Associate the file stream variables with the text file and define the opening mode.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 the file stream variables insertion operator &lt;&lt; (to store output in the file i.e., write in the file)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Close the file.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Revision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5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5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 C++ Program to store “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Welcome to UET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” in a text file.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1931400" y="1896150"/>
            <a:ext cx="5281200" cy="28926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5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5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5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5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5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5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5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 = </a:t>
            </a:r>
            <a:r>
              <a:rPr b="1" lang="en" sz="15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"Welcome to UET"</a:t>
            </a:r>
            <a:r>
              <a:rPr b="1" lang="en" sz="15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5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fstream newFile;</a:t>
            </a:r>
            <a:endParaRPr b="1" sz="15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newFile.open("TextFile.txt", ios::out);</a:t>
            </a:r>
            <a:endParaRPr b="1" sz="15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 &lt;&lt; line;</a:t>
            </a:r>
            <a:endParaRPr b="1" sz="15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newFile.close();</a:t>
            </a:r>
            <a:endParaRPr b="1" sz="15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1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1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 txBox="1"/>
          <p:nvPr>
            <p:ph type="ctrTitle"/>
          </p:nvPr>
        </p:nvSpPr>
        <p:spPr>
          <a:xfrm>
            <a:off x="0" y="0"/>
            <a:ext cx="91440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File Stream: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Reading from a File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543975" y="948850"/>
            <a:ext cx="7984800" cy="3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Taking input from the file is also a five-step process:</a:t>
            </a:r>
            <a:b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Include the header file fstream in the program.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Declare file stream variables.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Associate the file stream variables with the text file and define the opening mode.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 the file stream variables with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extraction operator &gt;&gt;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(to take input from the file i.e., read the file).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Close the file.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92" name="Google Shape;92;p1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 C++ Program to read “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Welcome to UET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” from a text file and show it on the console.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850" y="2268250"/>
            <a:ext cx="54483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02" name="Google Shape;102;p1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8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Step 1: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Include the header file fstream in the program.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1931400" y="1896150"/>
            <a:ext cx="5281200" cy="20652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864300" y="2166500"/>
            <a:ext cx="9909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13" name="Google Shape;113;p1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Step 2: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Declare file stream variable to open the file.</a:t>
            </a:r>
            <a:endParaRPr b="1" sz="24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1931400" y="1896150"/>
            <a:ext cx="5281200" cy="23043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fstream newFile;      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1259875" y="3367775"/>
            <a:ext cx="9909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24" name="Google Shape;124;p2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2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20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Step 3: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Associate the file stream variables with the text file and define the opening mode.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1931400" y="1896150"/>
            <a:ext cx="5281200" cy="25431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fstream newFile;      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newFile.open(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"TextFile.txt"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1259875" y="3596375"/>
            <a:ext cx="9909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35" name="Google Shape;135;p2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21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Step 4: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Use the file stream variables extraction operator &gt;&gt; (to read from the file).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1931400" y="1896150"/>
            <a:ext cx="5281200" cy="27822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fstream newFile;      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newFile.open(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"TextFile.txt"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 &gt;&gt;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1259875" y="3824975"/>
            <a:ext cx="9909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46" name="Google Shape;146;p22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2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2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Step 5: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Close the file.</a:t>
            </a:r>
            <a:endParaRPr b="1" sz="24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1931400" y="1896150"/>
            <a:ext cx="5281200" cy="30210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fstream newFile;      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newFile.open(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"TextFile.txt"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 &gt;&gt;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newFile.close();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1259875" y="4053575"/>
            <a:ext cx="9909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57" name="Google Shape;157;p23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3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3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Display output on the Console.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1931400" y="1896150"/>
            <a:ext cx="5281200" cy="30210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fstream newFile;      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newFile.open(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"TextFile.txt"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 &gt;&gt;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newFile.close();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67" name="Google Shape;167;p2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2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4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 on the Console is: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71" name="Google Shape;1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800" y="2153900"/>
            <a:ext cx="6990399" cy="18400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77" name="Google Shape;177;p25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5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5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 anyone tell why we only got “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Welcome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” instead of “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Welcome to UET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”?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81" name="Google Shape;18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800" y="2153900"/>
            <a:ext cx="6990399" cy="18400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87" name="Google Shape;187;p2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375500" y="716850"/>
            <a:ext cx="87684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reads only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1 word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from the file until cursor reaches a blank space. Following program will only print “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Welcome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”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375500" y="1789800"/>
            <a:ext cx="4144200" cy="30210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fstream newFile;      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newFile.open(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"TextFile.txt"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 &gt;&gt;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newFile.close();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114350" y="3730475"/>
            <a:ext cx="5223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4798" y="2122550"/>
            <a:ext cx="4539202" cy="184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99" name="Google Shape;199;p2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we have to do to read the complete line?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1931400" y="1896150"/>
            <a:ext cx="5281200" cy="30210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fstream newFile;      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newFile.open(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"TextFile.txt"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 &gt;&gt;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newFile.close();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1259875" y="3817650"/>
            <a:ext cx="9909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8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have to use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getline(file_variable, string_variable)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function.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4" name="Google Shape;214;p28"/>
          <p:cNvSpPr txBox="1"/>
          <p:nvPr/>
        </p:nvSpPr>
        <p:spPr>
          <a:xfrm>
            <a:off x="1931400" y="1896150"/>
            <a:ext cx="5281200" cy="30210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fstream newFile;      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newFile.open(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"TextFile.txt"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 &gt;&gt;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newFile.close();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1259875" y="3817650"/>
            <a:ext cx="9909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375500" y="945450"/>
            <a:ext cx="87684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Following code will print ”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Welcome to UET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” on the screen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407400" y="1667550"/>
            <a:ext cx="4197300" cy="30210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fstream newFile;      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newFile.open(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"TextFile.txt"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getline(newFile, line);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newFile.close();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line;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136300" y="3589050"/>
            <a:ext cx="5904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151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1000" y="2326850"/>
            <a:ext cx="4197300" cy="170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Working Example: </a:t>
            </a: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33" name="Google Shape;233;p3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3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30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 on the Console is: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37" name="Google Shape;237;p30"/>
          <p:cNvPicPr preferRelativeResize="0"/>
          <p:nvPr/>
        </p:nvPicPr>
        <p:blipFill rotWithShape="1">
          <a:blip r:embed="rId3">
            <a:alphaModFix/>
          </a:blip>
          <a:srcRect b="0" l="-1574" r="0" t="0"/>
          <a:stretch/>
        </p:blipFill>
        <p:spPr>
          <a:xfrm>
            <a:off x="2271925" y="2031100"/>
            <a:ext cx="4133850" cy="13144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File in the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Same Directory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43" name="Google Shape;243;p3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3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31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Important thing to note here is that the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.txt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file we are reading is in the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same directory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as that of our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.cpp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file.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47" name="Google Shape;2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1758"/>
            <a:ext cx="9144000" cy="1154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Reading all the contents from File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53" name="Google Shape;253;p32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32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32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2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to read all the names from the file and print on the console?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57" name="Google Shape;2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3850" y="1690325"/>
            <a:ext cx="1800225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Reading all the contents from File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63" name="Google Shape;263;p33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3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33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3"/>
          <p:cNvSpPr txBox="1"/>
          <p:nvPr/>
        </p:nvSpPr>
        <p:spPr>
          <a:xfrm>
            <a:off x="375500" y="945450"/>
            <a:ext cx="87684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Now, we want to read the file until it reaches the end of file.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that we have a function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eof().</a:t>
            </a:r>
            <a:endParaRPr b="1" sz="24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Syntax to use that function is: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file_variable.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eof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()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67" name="Google Shape;26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3850" y="1690325"/>
            <a:ext cx="1800225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Reading all the contents from File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73" name="Google Shape;273;p3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3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34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4"/>
          <p:cNvSpPr txBox="1"/>
          <p:nvPr/>
        </p:nvSpPr>
        <p:spPr>
          <a:xfrm>
            <a:off x="375500" y="945450"/>
            <a:ext cx="87684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to read all the names from the file and print on the console?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77" name="Google Shape;2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3850" y="1644800"/>
            <a:ext cx="1800225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4"/>
          <p:cNvSpPr txBox="1"/>
          <p:nvPr/>
        </p:nvSpPr>
        <p:spPr>
          <a:xfrm>
            <a:off x="476825" y="1815175"/>
            <a:ext cx="3687000" cy="28311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fstream file;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file.open(</a:t>
            </a:r>
            <a:r>
              <a:rPr b="1" lang="en" sz="14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"data.txt"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 line;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(!file.eof())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getline(file, line);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cout &lt;&lt; line &lt;&lt; endl;  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file.close();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Learning Objective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4" name="Google Shape;284;p35"/>
          <p:cNvSpPr txBox="1"/>
          <p:nvPr>
            <p:ph idx="1" type="subTitle"/>
          </p:nvPr>
        </p:nvSpPr>
        <p:spPr>
          <a:xfrm>
            <a:off x="701875" y="1756725"/>
            <a:ext cx="6388800" cy="21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</a:t>
            </a:r>
            <a:r>
              <a:rPr b="1" lang="en" sz="30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C++ Program </a:t>
            </a:r>
            <a:r>
              <a:rPr b="1" lang="en" sz="30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that reads permanently stored data from the text file.</a:t>
            </a:r>
            <a:endParaRPr b="1" sz="30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85" name="Google Shape;28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1975" y="718825"/>
            <a:ext cx="1792300" cy="3885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35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5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35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3" name="Google Shape;293;p3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3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3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6"/>
          <p:cNvSpPr txBox="1"/>
          <p:nvPr>
            <p:ph type="ctrTitle"/>
          </p:nvPr>
        </p:nvSpPr>
        <p:spPr>
          <a:xfrm>
            <a:off x="0" y="0"/>
            <a:ext cx="91440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Conclusion</a:t>
            </a:r>
            <a:endParaRPr b="1" sz="36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97" name="Google Shape;297;p36"/>
          <p:cNvSpPr txBox="1"/>
          <p:nvPr/>
        </p:nvSpPr>
        <p:spPr>
          <a:xfrm>
            <a:off x="546475" y="948850"/>
            <a:ext cx="8003400" cy="3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Comic Sans MS"/>
              <a:buChar char="●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Taking input from the file is also a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five-step 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process: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Include the header file fstream in the program.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Declare file stream variables.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Associate the file stream variables with the text file and define the opening mode.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 the file stream variables with extraction operator &gt;&gt; (to take input from the file i.e., read the file).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1900"/>
              <a:buFont typeface="Comic Sans MS"/>
              <a:buAutoNum type="arabicPeriod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Close the file.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2" name="Google Shape;302;p3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3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3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7"/>
          <p:cNvSpPr txBox="1"/>
          <p:nvPr>
            <p:ph type="ctrTitle"/>
          </p:nvPr>
        </p:nvSpPr>
        <p:spPr>
          <a:xfrm>
            <a:off x="0" y="0"/>
            <a:ext cx="91440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Conclusion</a:t>
            </a:r>
            <a:endParaRPr b="1" sz="36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6" name="Google Shape;306;p37"/>
          <p:cNvSpPr txBox="1"/>
          <p:nvPr/>
        </p:nvSpPr>
        <p:spPr>
          <a:xfrm>
            <a:off x="546475" y="948850"/>
            <a:ext cx="8003400" cy="3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Comic Sans MS"/>
              <a:buChar char="●"/>
            </a:pP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file_variable &gt;&gt;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only reads a single word from the file.</a:t>
            </a:r>
            <a:b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Comic Sans MS"/>
              <a:buChar char="●"/>
            </a:pP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getline(file_variable, string_variable)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used to read a complete line from the user.</a:t>
            </a:r>
            <a:b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omic Sans MS"/>
              <a:buChar char="●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file_variable.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eof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() returns non-zero (true) when the cursor reaches end of the file, otherwise it returns zero.</a:t>
            </a:r>
            <a:endParaRPr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7" name="Google Shape;307;p37"/>
          <p:cNvSpPr txBox="1"/>
          <p:nvPr/>
        </p:nvSpPr>
        <p:spPr>
          <a:xfrm>
            <a:off x="1104800" y="1274425"/>
            <a:ext cx="6312600" cy="19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 txBox="1"/>
          <p:nvPr>
            <p:ph type="ctrTitle"/>
          </p:nvPr>
        </p:nvSpPr>
        <p:spPr>
          <a:xfrm>
            <a:off x="0" y="0"/>
            <a:ext cx="82296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Assessment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13" name="Google Shape;313;p3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3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38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8"/>
          <p:cNvSpPr txBox="1"/>
          <p:nvPr/>
        </p:nvSpPr>
        <p:spPr>
          <a:xfrm>
            <a:off x="622675" y="1025050"/>
            <a:ext cx="6594600" cy="28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1.	Develop a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SigIn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SignUp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Application using File System.</a:t>
            </a:r>
            <a:b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Comic Sans MS"/>
              <a:buChar char="●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 a user, when I signup to the system the username and password stores into the file.</a:t>
            </a:r>
            <a:b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Comic Sans MS"/>
              <a:buChar char="●"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 a user, when I signin to the system the username and password is verified from the file.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17" name="Google Shape;31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076025" y="1503933"/>
            <a:ext cx="1747425" cy="3361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9"/>
          <p:cNvSpPr txBox="1"/>
          <p:nvPr>
            <p:ph type="ctrTitle"/>
          </p:nvPr>
        </p:nvSpPr>
        <p:spPr>
          <a:xfrm>
            <a:off x="0" y="0"/>
            <a:ext cx="82296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Assessment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23" name="Google Shape;323;p3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3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3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9"/>
          <p:cNvSpPr txBox="1"/>
          <p:nvPr/>
        </p:nvSpPr>
        <p:spPr>
          <a:xfrm>
            <a:off x="622675" y="1025050"/>
            <a:ext cx="6594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1" sz="19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076025" y="1503933"/>
            <a:ext cx="1747425" cy="3361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9"/>
          <p:cNvPicPr preferRelativeResize="0"/>
          <p:nvPr/>
        </p:nvPicPr>
        <p:blipFill rotWithShape="1">
          <a:blip r:embed="rId4">
            <a:alphaModFix/>
          </a:blip>
          <a:srcRect b="0" l="0" r="46161" t="0"/>
          <a:stretch/>
        </p:blipFill>
        <p:spPr>
          <a:xfrm>
            <a:off x="1478350" y="1611125"/>
            <a:ext cx="4699841" cy="314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/>
          <p:nvPr>
            <p:ph type="ctrTitle"/>
          </p:nvPr>
        </p:nvSpPr>
        <p:spPr>
          <a:xfrm>
            <a:off x="0" y="0"/>
            <a:ext cx="82296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Assessment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34" name="Google Shape;334;p4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4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40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0"/>
          <p:cNvSpPr txBox="1"/>
          <p:nvPr/>
        </p:nvSpPr>
        <p:spPr>
          <a:xfrm>
            <a:off x="622675" y="1025050"/>
            <a:ext cx="6594600" cy="3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2.	A file "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students.txt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" has data stored like this on separate lines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	Admission_number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	Name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	Percentage.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 function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read_rec()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 c++ that reads contents of the file "student.txt" and then write a function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write_rec()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that stores the details of those students whose percentage is above 75 in descending order in a separate file named “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topperStudents.txt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”.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076025" y="1503933"/>
            <a:ext cx="1747425" cy="3361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1"/>
          <p:cNvSpPr txBox="1"/>
          <p:nvPr>
            <p:ph type="ctrTitle"/>
          </p:nvPr>
        </p:nvSpPr>
        <p:spPr>
          <a:xfrm>
            <a:off x="0" y="0"/>
            <a:ext cx="82296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Assessment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44" name="Google Shape;344;p4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4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41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1"/>
          <p:cNvSpPr txBox="1"/>
          <p:nvPr/>
        </p:nvSpPr>
        <p:spPr>
          <a:xfrm>
            <a:off x="622675" y="1025050"/>
            <a:ext cx="6594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1" sz="19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076025" y="1503933"/>
            <a:ext cx="1747425" cy="3361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1"/>
          <p:cNvPicPr preferRelativeResize="0"/>
          <p:nvPr/>
        </p:nvPicPr>
        <p:blipFill rotWithShape="1">
          <a:blip r:embed="rId4">
            <a:alphaModFix/>
          </a:blip>
          <a:srcRect b="0" l="0" r="45905" t="0"/>
          <a:stretch/>
        </p:blipFill>
        <p:spPr>
          <a:xfrm>
            <a:off x="1478325" y="1693575"/>
            <a:ext cx="4569172" cy="307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